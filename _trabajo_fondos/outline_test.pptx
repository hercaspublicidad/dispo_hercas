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e24675f30954ef3" Type="http://schemas.openxmlformats.org/package/2006/relationships/metadata/core-properties" Target="docProps/core.xml"/><Relationship Id="R33e1aa2f56ae493a" Type="http://schemas.openxmlformats.org/officeDocument/2006/relationships/extended-properties" Target="docProps/app.xml"/><Relationship Id="R65a791b7f3704ae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897428ac44039"/>
  </p:sldMasterIdLst>
  <p:notesMasterIdLst>
    <p:notesMasterId xmlns:r="http://schemas.openxmlformats.org/officeDocument/2006/relationships" r:id="R2f91c13d6168496d"/>
  </p:notesMasterIdLst>
  <p:sldIdLst>
    <p:sldId xmlns:ns0="http://schemas.openxmlformats.org/officeDocument/2006/relationships" id="256" ns0:id="rId6"/>
    <p:sldId xmlns:ns0="http://schemas.openxmlformats.org/officeDocument/2006/relationships" id="257" ns0:id="rId7"/>
    <p:sldId xmlns:ns0="http://schemas.openxmlformats.org/officeDocument/2006/relationships" id="258" ns0:id="rI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ce06549ce20451a" Type="http://schemas.openxmlformats.org/officeDocument/2006/relationships/tableStyles" Target="tableStyles.xml"/><Relationship Id="R2f91c13d6168496d" Type="http://schemas.openxmlformats.org/officeDocument/2006/relationships/notesMaster" Target="notesMasters/notesMaster1.xml"/><Relationship Id="R3215127533ab4b2d" Type="http://schemas.openxmlformats.org/officeDocument/2006/relationships/theme" Target="theme/theme1.xml"/><Relationship Id="Rb1b897428ac44039" Type="http://schemas.openxmlformats.org/officeDocument/2006/relationships/slideMaster" Target="slideMasters/slideMaster1.xml"/><Relationship Id="Re93f95f6a16a4fb4" Type="http://schemas.openxmlformats.org/officeDocument/2006/relationships/presProps" Target="pres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55720f5b1a22446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290f22f2fee544fa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eb4eb948b8434018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547b01017a445a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3616347b4b040ee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2e3af2aa73b4b0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0f1b0fee7f248b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C53AAA-3087-4AFD-8B1A-AD15B7C8C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7B74B4-F0D0-47A5-9C06-3B83490F3A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01A53F-47FB-4BC0-9E33-DFF4443C6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0E1CB-7427-4DDD-86FE-CF0348AF92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C6647B-4B55-4DA9-9355-44389FF895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8E45A5-4DB8-4223-B0DA-A682D1A5D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50CBEF-1431-4F22-BB07-A852324AD0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872FD4-0F8C-4D41-95FC-9CE71832FD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B98DAD-1605-4376-92D6-A1843DE9E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7B654C-4B0A-46CE-9BEE-21EFB96B2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7b1b446b2114df0" Type="http://schemas.openxmlformats.org/officeDocument/2006/relationships/slideLayout" Target="../slideLayouts/slideLayout5.xml"/><Relationship Id="R1b3210bb188b4234" Type="http://schemas.openxmlformats.org/officeDocument/2006/relationships/slideLayout" Target="../slideLayouts/slideLayout6.xml"/><Relationship Id="R439e7699bb814f21" Type="http://schemas.openxmlformats.org/officeDocument/2006/relationships/slideLayout" Target="../slideLayouts/slideLayout4.xml"/><Relationship Id="R759f05de6ad84b8c" Type="http://schemas.openxmlformats.org/officeDocument/2006/relationships/slideLayout" Target="../slideLayouts/slideLayout1.xml"/><Relationship Id="R7e6a953023c5458c" Type="http://schemas.openxmlformats.org/officeDocument/2006/relationships/slideLayout" Target="../slideLayouts/slideLayout2.xml"/><Relationship Id="Rcd9a729f6f2e4978" Type="http://schemas.openxmlformats.org/officeDocument/2006/relationships/theme" Target="theme/theme2.xml"/><Relationship Id="Rf295fe5e47484933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f05de6ad84b8c"/>
    <p:sldLayoutId xmlns:r="http://schemas.openxmlformats.org/officeDocument/2006/relationships" id="2147483650" r:id="R7e6a953023c5458c"/>
    <p:sldLayoutId xmlns:r="http://schemas.openxmlformats.org/officeDocument/2006/relationships" id="2147483651" r:id="Rf295fe5e47484933"/>
    <p:sldLayoutId xmlns:r="http://schemas.openxmlformats.org/officeDocument/2006/relationships" id="2147483652" r:id="R439e7699bb814f21"/>
    <p:sldLayoutId xmlns:r="http://schemas.openxmlformats.org/officeDocument/2006/relationships" id="2147483653" r:id="R07b1b446b2114df0"/>
    <p:sldLayoutId xmlns:r="http://schemas.openxmlformats.org/officeDocument/2006/relationships" id="2147483654" r:id="R1b3210bb188b42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6522720" cy="6858000"/>
          </a:xfrm>
          <a:prstGeom prst="rect">
            <a:avLst/>
          </a:prstGeom>
        </p:spPr>
      </p:pic>
      <p:sp>
        <p:nvSpPr>
          <p:cNvPr id="3" name="marca"/>
          <p:cNvSpPr txBox="1"/>
          <p:nvPr/>
        </p:nvSpPr>
        <p:spPr>
          <a:xfrm>
            <a:off x="731520" y="5029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HERCAS</a:t>
            </a:r>
          </a:p>
        </p:txBody>
      </p:sp>
      <p:sp>
        <p:nvSpPr>
          <p:cNvPr id="4" name="titulo portada"/>
          <p:cNvSpPr txBox="1"/>
          <p:nvPr/>
        </p:nvSpPr>
        <p:spPr>
          <a:xfrm>
            <a:off x="731520" y="1645920"/>
            <a:ext cx="49377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FFCF14"/>
                </a:solidFill>
                <a:latin typeface="Arial"/>
              </a:rPr>
              <a:t>VALLAS
DISPONIBLES</a:t>
            </a:r>
          </a:p>
        </p:txBody>
      </p:sp>
      <p:sp>
        <p:nvSpPr>
          <p:cNvPr id="5" name="resumen"/>
          <p:cNvSpPr txBox="1"/>
          <p:nvPr/>
        </p:nvSpPr>
        <p:spPr>
          <a:xfrm>
            <a:off x="731520" y="50292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1 vallas seleccionadas  |  1 ciudades</a:t>
            </a:r>
          </a:p>
        </p:txBody>
      </p:sp>
      <p:sp>
        <p:nvSpPr>
          <p:cNvPr id="6" name="vigencia"/>
          <p:cNvSpPr txBox="1"/>
          <p:nvPr/>
        </p:nvSpPr>
        <p:spPr>
          <a:xfrm>
            <a:off x="731520" y="6080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6D2E4"/>
                </a:solidFill>
                <a:latin typeface="Arial"/>
              </a:rPr>
              <a:t>Disponibilidad sujeta a confirmación antes de contratar.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MV-BAQ-002_foto_HERCAS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5486400" y="1828800"/>
            <a:ext cx="2926080" cy="2926080"/>
          </a:xfrm>
          <a:prstGeom prst="ellipse">
            <a:avLst/>
          </a:prstGeom>
          <a:solidFill>
            <a:srgbClr val="00113E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694944"/>
          </a:xfrm>
          <a:prstGeom prst="chord">
            <a:avLst/>
          </a:pr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atin typeface="Arial"/>
                <a:noFill/>
                <a:ln w="19050">
                  <a:solidFill>
                    <a:srgbClr val="FFFFFF"/>
                  </a:solidFill>
                </a:ln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BARRANQUILLA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9782076D-D1DF-48D0-9540-C22D09DD2E58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MV-BAQ-001 · VALLA CALLE 45 · ÉXITO MURILLO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25B7EEB-2D1E-4918-AF5F-9D97B88771A8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METRO VIAS  ·  Barranquilla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D0035B2D-BF33-44C6-B173-A4A918A9D1C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pic>
        <p:nvPicPr>
          <p:cNvPr id="5" name="" descr="image.jpg"/>
          <p:cNvPicPr>
            <a:picLocks noChangeAspect="1"/>
          </p:cNvPicPr>
          <p:nvPr/>
        </p:nvPicPr>
        <p:blipFill>
          <a:blip r:embed="rId3"/>
          <a:srcRect l="264" r="264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6" name="franja inferior foto">
            <a:extLst>
              <a:ext uri="{FF2B5EF4-FFF2-40B4-BE49-F238E27FC236}">
                <a16:creationId xmlns:a16="http://schemas.microsoft.com/office/drawing/2014/main" id="{3942E746-05BA-4F05-84C4-EB963D270EA4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95275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p/>
        </p:txBody>
      </p:sp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C6674155-D490-42CF-A9CE-B35F57E3CA58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3407AB50-BED1-44F6-8FB3-E834E7C4E6A9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p/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6F244083-CBD5-4FBD-952C-0AC837A3B0D5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271482A8-2674-4769-99C6-6B5247748660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Calle 45 con Cra. 27-24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DBFDE055-3C91-4F99-88B4-E5D2E5074D42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norte → sur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A6651B5E-3E80-47F5-B380-446495F6387D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2FF6641B-E5AB-448A-AF70-5C10634261BF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Valla tradicional · 12 × 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795BBB27-666E-401D-A5CA-6D6409BBA7F7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97E05EC5-6293-437D-A886-4936DE692801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Éxito Murillo y estación del Transmetro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B4B1A6F1-65FC-458C-9887-38855903A1D0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p/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1E921867-7061-49F6-92B4-5E63F3863639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38C1E990-8C12-46FB-BEC1-A878DE7B5EA8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F42997D8-AA0E-47FB-9C0D-2E39097ABEE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2026-10-07T22:34:44.1260000Z</dcterms:created>
  <dcterms:modified xsi:type="dcterms:W3CDTF">2026-10-07T22:34:44.1260000Z</dcterms:modified>
</coreProperties>
</file>